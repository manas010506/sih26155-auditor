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NTRO Audit Engine: 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Challenge: Network engineers and auditors need clear, actionable Pass/Fail compliance results on raw device configurations. Manual auditing is error-prone, slow, and lacks standardization. We need an automated way to map raw configs directly to CIS baselines with zero fake data.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What It Does: End-to-End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Upload -&gt; Parser -&gt; Rules Engine -&gt; Findings/Score -&gt; Report/PDF Export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1. Upload a device config (.cfg, .txt, .tf)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2. Automated audit against active benchmarks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3. Findings &amp; Score calculation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4. Clear Pass/Fail Report generation (PDF Export)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No hardcoded placeholders — all outputs are derived directly from the uploaded file.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Upload Handler: Accepts and validates raw config files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Parser: Normalizes Cisco IOS / Terraform AST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Rules Engine: Evaluates parsed config against CIS rules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Scoring &amp; Findings: Groups by resource type, computes Pass/Fail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Report &amp; PDF Export: Renders final compliance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Proof It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Real execution results: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10-page PDF report generated successfully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Real device configuration audited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Summary: 32 checks · 5 passed · 27 failed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Score: 15 / 100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What's Next &amp; Limitations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Current Limitations: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Limited to Cisco IOS and AWS Terraform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Local execution mode relies on a subset of rules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What's Next: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Expand rule sets for Palo Alto and Juniper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Continuous compliance monitoring APIs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2026-09-02T13:59:21Z</dcterms:created>
  <dcterms:modified xsi:type="dcterms:W3CDTF">2026-09-02T13:59:21Z</dcterms:modified>
</cp:coreProperties>
</file>